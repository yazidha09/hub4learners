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"/>
            <a:ext cx="41148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Hub4Learners — Actors &amp;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5 actors  |  Role-based access control (JWT)  |  Multi-tenant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0887" y="1188720"/>
            <a:ext cx="20116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0887" y="1188720"/>
            <a:ext cx="201168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49527" y="1371600"/>
            <a:ext cx="822960" cy="8229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9527" y="14173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Visitor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5207" y="2651760"/>
            <a:ext cx="1463040" cy="22860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207" y="267004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Unauthenticated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047" y="3063239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Browse home page &amp; course catalog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Register a new account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Log in to the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5447" y="1188720"/>
            <a:ext cx="20116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95447" y="118872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44087" y="137160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4087" y="14173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6887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69767" y="2651760"/>
            <a:ext cx="1463040" cy="228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9767" y="267004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Learner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2607" y="3063239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Enroll in courses (free &amp; paid)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Complete lessons &amp; take QCM quizzes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Earn XP, level up, unlock badges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Ask the AI tutor questions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Post in discussions &amp; chat with friends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90007" y="1188720"/>
            <a:ext cx="20116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90007" y="1188720"/>
            <a:ext cx="201168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8647" y="1371600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38647" y="14173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👨‍🏫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447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Professor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64327" y="2651760"/>
            <a:ext cx="1463040" cy="2286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64327" y="267004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Content Author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7167" y="3063239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Create, publish &amp; manage courses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Design section / lesson block hierarchy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Upload PDFs for AI course generation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Monitor enrollments &amp; course feedback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Manage chat requests from students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4567" y="1188720"/>
            <a:ext cx="20116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84567" y="1188720"/>
            <a:ext cx="2011680" cy="36576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33207" y="1371600"/>
            <a:ext cx="822960" cy="822960"/>
          </a:xfrm>
          <a:prstGeom prst="ellipse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33207" y="14173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6007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University Admin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58887" y="2651760"/>
            <a:ext cx="1463040" cy="228600"/>
          </a:xfrm>
          <a:prstGeom prst="round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8887" y="267004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Institutional Moderator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1727" y="3063239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Review &amp; approve professor join requests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Post university announcements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Moderate discussions &amp; content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Manage users within their university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79127" y="1188720"/>
            <a:ext cx="20116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79127" y="1188720"/>
            <a:ext cx="20116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27767" y="13716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27767" y="14173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0567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Super Admin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53447" y="2651760"/>
            <a:ext cx="1463040" cy="228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53447" y="267004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Platform Owner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16287" y="3063239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Create regions &amp; universities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Create University Admin accounts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Ban / unban any user globally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Calibri"/>
              </a:defRPr>
            </a:pPr>
            <a:r>
              <a:t>Oversee platform-wide moderation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6217920"/>
            <a:ext cx="1069848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62636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Access control enforced via JWT role claims + FastAPI middleware  |  Hierarchy: Super Admin &gt; University Admin &gt; Professor &gt; Student &gt; Visitor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1/1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