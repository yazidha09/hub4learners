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Hub4Learners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Intelligent &amp; Interactive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AI-powered course generation, gamification, and real-time community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743200" cy="36576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Final Year Project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1">
                <a:solidFill>
                  <a:srgbClr val="E2E8F0"/>
                </a:solidFill>
                <a:latin typeface="Segoe UI"/>
              </a:defRPr>
            </a:pPr>
            <a:r>
              <a:t>Team : [Member Names]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Supervisor : [Supervisor Name]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Institution : [School/University Name]  |  Academic Year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Context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042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Why Hub4Learners?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14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157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What we aim to achieve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26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Requirements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27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 cases and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37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Architecture &amp;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5387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Software architecture and data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49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502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Complete technical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60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60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Implementation —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361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API, AI, RAG, WebSocket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72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Implementation —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7731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 interface and components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83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83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1846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Gamification, Payments, Social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94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596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Application walkthrough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06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806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Testing &amp; 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60076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Project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217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Conclusion &amp; Perspectives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Challenges and future improvements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Context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5029200" cy="201168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4864" cy="2011680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33"/>
                </a:solidFill>
                <a:latin typeface="Segoe UI"/>
              </a:defRPr>
            </a:pPr>
            <a: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Existing learning platforms often suffer from: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Rigidity — static content, little interactivity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Genericity — no curriculum-adapted content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Isolation — no community or peer support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Cost — expensive subscriptions for students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94560"/>
            <a:ext cx="5029200" cy="201168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4864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How to design a platform that: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Lets professors create courses easily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Provides AI tutoring based on course content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Gamifies learning to maintain motivation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Facilitates social interactions and communication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515600" cy="36576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2852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7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Main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77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Build an interactive LMS platform where professors publish structured content and students learn with AI assistance, progress tracking, and an active community.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3144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8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Auth &amp;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80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Secure authentication (JWT), roles (student, professor, admin), user profiles with bio and avatar.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3436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8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Course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83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Rich editor (TipTap), Course → Section → Subsection → Lesson Block hierarchy, media (images, videos, PDFs).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63728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8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AI &amp;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586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Contextual AI tutor (Gemini + Pinecone), MCQ generation, course summaries, PDF-to-course generation.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14020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89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Gamification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0894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XP, levels, streaks, achievements, badges, daily/weekly/all-time leaderboards.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464312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592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Social &amp; Communication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92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Per-lesson discussions, real-time messaging (WebSocket), live notifications, university announcements.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20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514604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095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Payments &amp;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095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Stripe Checkout for paid courses, Pro subscription ($9.99/month) for advanced features.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23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564896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598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Administration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598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Admin dashboard, user/role management, platform statistics, university management.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Requirements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Use case diagram — Actors and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👤 Visitor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Register, browse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🎓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Learn, QCM, XP, discussions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👨‍🏫 Professor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Create courses,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🛡️ University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Manage users/announcements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⚡ Super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Manage platform &amp; universities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Main features (by sprint)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1 —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Registration, login, JWT, roles (5 use cases)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2 — Courses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26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CRUD courses, sections, lessons, enrollment, progress (6)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91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3 —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91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RAG tutor, QCM, summaries, PDF → course gen (6)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657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4 — Gamification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XP, levels, streaks, achievements, badges, leaderboards (11)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5 — 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Discussions, real-time messaging, notifications (9)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389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6 — Payments &amp; 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Stripe, analytics, admin dashboard, universities (10)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Architecture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3-tier architecture + external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029200" cy="100584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4864" cy="1005840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Frontend (React 19 + Vite 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Pages, Components, Contexts, Hooks</a:t>
            </a:r>
            <a:br/>
            <a:r>
              <a:t>TypeScript, Tailwind CSS, TipTap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▼ REST API / WebSocket 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5029200" cy="100584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Backend (FastAPI + Python 3.11)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16 routers, Controllers, Utilities</a:t>
            </a:r>
            <a:br/>
            <a:r>
              <a:t>SQLModel ORM, WebSocket,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▼ REST API / WebSocket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5029200" cy="100584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Database (PostgreSQL + Neon.tech)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20 models, auto migrations, indexes</a:t>
            </a:r>
            <a:br/>
            <a:r>
              <a:t>Pinecone (vectors), Stripe (payments)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Services externes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🤖 Google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LLM for chat, QCM, summaries, 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📊 Pinecone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Vector database for RAG (768 dimensions)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💳 Stripe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Checkout sessions, payment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🌐 Neon.tech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Serverless PostgreSQL, pool size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Data Model (20 entities)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 → University | Course → Section → Subsection → LessonBlock</a:t>
            </a:r>
            <a:br/>
            <a:r>
              <a:t>Enrollment | CourseProgress | CourseFeedback | QCMAttempt</a:t>
            </a:r>
            <a:br/>
            <a:r>
              <a:t>Friendship → FriendMessage | DiscussionPost → Vote/Report/Summary</a:t>
            </a:r>
            <a:br/>
            <a:r>
              <a:t>UserGamification → XPLog | Achievement | Badge</a:t>
            </a:r>
            <a:br/>
            <a:r>
              <a:t>Notification | Announcement | GeneratedCourse | 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474720" cy="438912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74720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33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Async Python web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SQLModel / SQLAlchemy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ORM and data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027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PostgreSQL (Neon.tech)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8561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Serverless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8678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asyncpg / psycopg2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6966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PostgreSQL connectors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708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python-jose / bcrypt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5371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JWT and password hashing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Google Generative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Gemini API, 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389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Pinecone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218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Vector database for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2297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PyMuPDF (fitz)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0585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PDF parsing into chunks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070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Stripe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08990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Payments and checkout sessions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2910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python-pptx / Pillow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47395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Report generation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103120"/>
            <a:ext cx="3474720" cy="438912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2103120"/>
            <a:ext cx="3474720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33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346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 19 + TypeScript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017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Typed UI framework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2186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Vite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4015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Fast build tool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6027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Tailwind CSS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78561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Utility-first styles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98678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react-router-dom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16966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SPA routing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3708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TipTap Editor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55371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Rich editor (color, align, highlight)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754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react-markdown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937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Markdown rendering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1389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react-pdf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53218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PDF display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52297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WebSocket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570585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Real-time messaging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59070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Code-splitting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608990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React.lazy for optimized bundles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2103120"/>
            <a:ext cx="3474720" cy="438912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0" y="2103120"/>
            <a:ext cx="3474720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33"/>
                </a:solidFill>
                <a:latin typeface="Segoe UI"/>
              </a:defRPr>
            </a:pPr>
            <a:r>
              <a:t>Services &amp; Tools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28346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Neon.tech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017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Managed serverless PostgreSQL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2186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Pinecone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34015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Vector index (hub4learners)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6027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Google Gemini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378561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LLM + embeddings (768-dim)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398678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Stripe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16966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Payment checkout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3708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55371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Version control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4754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UV (Python)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937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Dependency management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Implementation —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16 API routers, 4 AI utilities, real-time WebSocket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🔐 Auth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JWT HS256, bcrypt, roles (student → super_admin), authorization middleware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📚 Course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42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Full CRUD, 4-level hierarchy, media upload, progress tracking,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🤖 AI &amp;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8094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Contextual tutor (Gemini → Pinecone), MCQ generation, course summaries, PDF →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🎮 Gamification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1985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Centralized XP service (anti-cheat, daily caps), achievements, badges, leaderboards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💬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587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Per-lesson discussions (vote, report), AI thread summaries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👥 Social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97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User search, friend requests, real-time text/media messaging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36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🔔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365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Push + WebSocket notifications, read/delete, university announcements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75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🏛️ Organizations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7550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University CRUD, professor join requests, user reassignment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144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💳 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61441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Stripe Checkout, frontend confirmation → enrollment, Pro at $9.99/month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53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📊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0533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Professor analytics (at-risk learners), student analytics (progress, QCM, activity)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Implementation —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9 pages, 20 components, contexts, hooks, and API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33"/>
                </a:solidFill>
                <a:latin typeface="Segoe UI"/>
              </a:defRPr>
            </a:pPr>
            <a:r>
              <a:t>Pages (lazy-loaded)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🏠 HomePage — Landing with live stats, categories, 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🔑 LoginPage / RegisterPage — Auth with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📊 DashboardPage — Central hub → role-based redirect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🎓 StudentDashboard — Enrolled courses, progress,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👨‍🏫 ProfessorDashboard — Course management, analytics, PDF 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⚙️ AdminDashboard — Stats, users, courses, universities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📖 CourseLearningPage — Course reader, AI tutor, QCM, discussions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✅ PaymentResultPage — Stripe success/cancel confirmation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Key 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DashboardLayout — Navigation, theme, notifications,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DiscussionSection — Posts, votes, reports, AI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QCMModal — Difficulty selection -&gt; quiz -&gt; result + XP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FriendChat / FriendsMessenger — Real-time WebSocket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RichTextEditor — TipTap (color, align, highlight)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UpgradeProModal — Stripe checkout, feature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GamificationToasts — XP, level, achievement animations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Leaderboard / XPBar / StreakWidget / BadgeShowcase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Contexts &amp; Hooks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AuthContext (token, role)  |  GamificationContext (XP toast queue)</a:t>
            </a:r>
            <a:br/>
            <a:r>
              <a:t>useNotifications (REST + WebSocket)  |  useSettings (theme, compact, privacy)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API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_client.ts — dedupGet, cachedGet, invalidate</a:t>
            </a:r>
            <a:br/>
            <a:r>
              <a:t>Per-resource modules: auth, course, admin, qcm, friends, gamification, billing, payment, org, public, notifications, discussions, 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Demonstration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2852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Sign-up /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0428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Create student or professor account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0576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Course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81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Browse catalog, filter by category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68300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587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Course navigation, lessons, progress tracking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6024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 Tutor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360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Ask a question -&gt; contextualized answer (RAG)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23748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Quiz &amp;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132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MCQ generation, submission, score + XP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212852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Gamification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0428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XP, levels, streaks, badges, leaderboards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90576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80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Discussion &amp; Help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81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Posts, votes, AI summary per lesson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368300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Messaging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8587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Real-time chat between friends (WebSocket)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446024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Course Creation (Prof)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6360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Rich editor, PDF upload -&gt; AI generation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523748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Payment &amp; Pro (if applicable)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4132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Stripe Checkout, Pro subscription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533"/>
                </a:solidFill>
                <a:latin typeface="Segoe UI"/>
              </a:defRPr>
            </a:pPr>
            <a:r>
              <a:t>▶  Launch app at localhost:5173  |  API at localhost:8000/api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Testing, Quality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Software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Password hashing (bcrypt)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358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JWT with 60-minute expiry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3697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Role-based authorization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3814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Anti-XSS protection (input validation)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393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Profanity filter moderation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Frontend code-splitting (React.lazy)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074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GZip compression middleware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0857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Immutable cache for uploads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0974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GET request deduplication (dedupGet)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109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TTL cache for AI responses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Pinecone lazy-init with 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7790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Auto RAG re-index (self-heal)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98017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XP anti-cheat (daily cap, one-shot, cooldown)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18134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Auto migrations on startup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63825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Configuration logs at boot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▸ Frontend : Vite build -&gt; static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71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▸ Backend : FastAPI + Uvicorn/Gunicorn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▸ Database : Neon.tech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▸ API Keys : Gemini, Pinecone, Stripe (.env)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▸ Environment : Windows (dev), Linux (prod)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Key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63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~10 000+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663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Lines of code (Python + TypeScript)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37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937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Database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212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API routers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486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5486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Frontend pages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7607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20+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760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React components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6035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6035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Development sprints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6309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63093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AI services (Gemini + Pinecone)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Conclusion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303520" cy="274320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4864" cy="2743200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33"/>
                </a:solidFill>
                <a:latin typeface="Segoe UI"/>
              </a:defRPr>
            </a:pPr>
            <a:r>
              <a:t>✅ Achieved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Complete LMS platform delivered in 6 sprints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358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Integrated generative AI (RAG tutor, QCM, summaries, PDF-&gt;course)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284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Full gamification system (XP, streaks, badges, leaderboards)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21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Real-time communication (WebSocket, discussions, notifications)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13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Stripe payments and Pro subscription functional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Modular and extensible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54864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⚠  Challenges Encountered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 Pinecone + Gemini integration (768 dimensions, 0.40 score threshold)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3580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 Faithful PDF parsing without content loss (~2000 char chunks)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284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 WebSocket notifications + chat with auto-reconnect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210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 XP balancing (daily cap, anti-cheat, cooldowns)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136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 PostgreSQL schema migration (enum-&gt;varchar, legacy columns)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0698480" cy="36576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🔮 Future Improvements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JWT refresh tokens and persistent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669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Stripe webhook for refunds and disputes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669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Drag-and-drop course/section reorganization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Mobile push notifications (offline)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989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Externalized achievement/badge rules (config -&gt; DB)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989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Docker deployment + automated CI/CD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5533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Hub4Learners — Intelligent &amp; Interactive Learning Platform</a:t>
            </a:r>
          </a:p>
        </p:txBody>
      </p:sp>
      <p:pic>
        <p:nvPicPr>
          <p:cNvPr id="7" name="Picture 6" descr="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303520"/>
            <a:ext cx="36576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[Member Names]  |  [Email]  |  [Institution]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