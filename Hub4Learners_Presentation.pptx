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Calibri"/>
              </a:defRPr>
            </a:pPr>
            <a:r>
              <a:t>Hub4Learners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266"/>
                </a:solidFill>
                <a:latin typeface="Calibri"/>
              </a:defRPr>
            </a:pPr>
            <a:r>
              <a:t>Intelligent &amp; Interactive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AI-powered course generation, gamification, and real-time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Final Year Project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Team : [Member Names]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266"/>
                </a:solidFill>
                <a:latin typeface="Calibri"/>
              </a:defRPr>
            </a:pPr>
            <a:r>
              <a:t>Supervisor : [Supervisor Name]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266"/>
                </a:solidFill>
                <a:latin typeface="Calibri"/>
              </a:defRPr>
            </a:pPr>
            <a:r>
              <a:t>Institution : [School/University Name]  |  Academic Year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Context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Why Hub4Learners?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871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What we aim to achieve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712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712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Requirements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 cases and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552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3814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Software architecture and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39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39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221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Complete technical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023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Implementation -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06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API, AI, RAG, WebSocket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07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074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Implementation -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902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interface and components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91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7914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9743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Gamification, Payments,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755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755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5838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Application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5595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5595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Testing &amp;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7424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Project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943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943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61264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Challenges and future improvements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rPr dirty="0"/>
              <a:t>Context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Existing learning platforms often suffer from: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Rigidity: static content, little interactivity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Genericity: no curriculum-adapted content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Isolation: no community or peer support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Cost: expensive subscriptions for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02920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" cy="2194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How to design a platform that: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Lets professors create courses easily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Provides AI tutoring based on course content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Gamifies learning to maintain motivation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266"/>
                </a:solidFill>
                <a:latin typeface="Calibri"/>
              </a:defRPr>
            </a:pPr>
            <a:r>
              <a:t>- Facilitates social interactions and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2852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7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Main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77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Build an interactive LMS platform where professors publish structured content and students learn with AI assistance, progress tracking, and an active community.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3144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8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Auth &amp;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806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Secure authentication (JWT), roles (student, professor, admin), user profiles with bio and avatar.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343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8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Course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83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Rich editor (TipTap), Course - Section - Subsection - Lesson Block hierarchy, media (images, videos, PDFs).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372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86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AI &amp;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86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Contextual AI tutor (Gemini + Pinecone), MCQ generation, course summaries, PDF-to-course generation.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40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89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089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XP, levels, streaks, achievements, badges, daily/weekly/all-time leaderboards.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4312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92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Social &amp;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92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Per-lesson discussions, real-time messaging (WebSocket), live notifications, university announcements.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14604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5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Payments &amp;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095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Stripe Checkout for paid courses, Pro subscription ($9.99/month) for advanced features.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6489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98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598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Admin dashboard, user/role management, platform statistics, university management.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Requirements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266"/>
                </a:solidFill>
                <a:latin typeface="Calibri"/>
              </a:defRPr>
            </a:pPr>
            <a:r>
              <a:t>Use case diagram - Actors and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Register, browse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Learn, QCM, XP, discussions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Create courses,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University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Manage users/announcements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Super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Manage platform &amp; universities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103120"/>
            <a:ext cx="75895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0" y="22860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Main Features (by sprint)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743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1 -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432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Registration, login, JWT, roles (5 use cases)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1546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2 - 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54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CRUD courses, sections, lessons, enrollment, progress (6)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66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3 -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661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RAG tutor, QCM, summaries, PDF to course gen (6)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9776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4 - Gamification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9776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XP, levels, streaks, achievements, badges, leaderboards (11)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3891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5 -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3891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Discussions, real-time messaging, notifications (9)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800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C69"/>
                </a:solidFill>
                <a:latin typeface="Calibri"/>
              </a:defRPr>
            </a:pPr>
            <a:r>
              <a:t>Sprint 6 - Payments &amp;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800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Stripe, analytics, admin dashboard, universities (10)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266"/>
                </a:solidFill>
                <a:latin typeface="Calibri"/>
              </a:defRPr>
            </a:pPr>
            <a:r>
              <a:t>3-tier architecture + external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30352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Frontend (React 19 + Vite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Pages, Components, Contexts, Hooks</a:t>
            </a:r>
            <a:br/>
            <a:r>
              <a:t>TypeScript, Tailwind CSS, TipTap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46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REST API /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30352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Backend (FastAPI + Python 3.11)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16 routers, Controllers, Utilities</a:t>
            </a:r>
            <a:br/>
            <a:r>
              <a:t>SQLModel ORM, WebSocket,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526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REST API / 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30352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4864" cy="109728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Database (PostgreSQL + Neon.tech)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20 models, auto migrations, indexes</a:t>
            </a:r>
            <a:br/>
            <a:r>
              <a:t>Pinecone (vectors), Stripe (payments)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194560"/>
            <a:ext cx="48463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External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346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346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LLM for chat, QCM, summaries,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82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Pinecone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82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Vector database for RAG (768 dimensions)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52958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2958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Checkout sessions, payment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8770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Neon.tech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770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Serverless PostgreSQL, pool size 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297680"/>
            <a:ext cx="48463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Data Model (20 entities)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8463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User - University | Course - Section - Subsection - LessonBlock</a:t>
            </a:r>
            <a:br/>
            <a:r>
              <a:t>Enrollment | CourseProgress | CourseFeedback | QCMAttempt</a:t>
            </a:r>
            <a:br/>
            <a:r>
              <a:t>Friendship - FriendMessage | DiscussionPost - Vote/Report/Summary</a:t>
            </a:r>
            <a:br/>
            <a:r>
              <a:t>UserGamification - XPLog | Achievement | Badge</a:t>
            </a:r>
            <a:br/>
            <a:r>
              <a:t>Notification | Announcement | GeneratedCourse |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Async Python web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SQLModel /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ORM and data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PostgreSQL (Neon.tech)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Serverless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asyncpg / psycopg2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PostgreSQL connectors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python-jose /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7083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JWT and password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Google Generative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365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Gemini API,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Pinecone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023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Vector database for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PyMuPDF (fitz)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681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PDF parsing into 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Stripe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338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Payments and checkout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2103120"/>
            <a:ext cx="347472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21031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743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React 19 + 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9077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Typed UI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1089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Vite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2735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Fast build 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4747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Tailwind CSS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6393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Utility-first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840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react-router-dom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050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SPA 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206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TipTap Editor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37083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Rich editor (color, align, highlight)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5720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react-markdown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7365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Markdown rendering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937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react-pdf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1023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PDF display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3035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WebSocket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4681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Real-time messaging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669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Code-splitting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8338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React.lazy for optimized bundles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2103120"/>
            <a:ext cx="347472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412480" y="21031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Services &amp; 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743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Neon.tech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9077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Managed serverless 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1089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Pinecone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2735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Vector index (hub4learners)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4747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63931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LLM + embeddings (768-dim)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40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0050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Payment checkout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206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Git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37083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5720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UV (Python)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7365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Dependency management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Implementation -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266"/>
                </a:solidFill>
                <a:latin typeface="Calibri"/>
              </a:defRPr>
            </a:pPr>
            <a:r>
              <a:t>16 API routers, 4 AI utilities, real-time WebSocket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Auth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JWT HS256, bcrypt, roles (student to super_admin), authorization middleware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36576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Course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Full CRUD, 4-level hierarchy, media upload, progress tracking,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2608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AI &amp;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26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Contextual tutor (Gemini to Pinecone), MCQ generation, course summaries, PDF to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36576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Centralized XP service (anti-cheat, daily caps), achievements, badges, leaderboards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4904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490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Per-lesson discussions (vote, report), AI thread summaries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160520"/>
            <a:ext cx="36576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60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User search, friend requests, real-time text/media messaging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57200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72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Push + WebSocket notifications, read/delete, university announcements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983480"/>
            <a:ext cx="36576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983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University CRUD, professor join requests, user reassignment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9496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394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Stripe Checkout, frontend confirmation to enrollment, Pro at $9.99/month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806440"/>
            <a:ext cx="36576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806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Professor analytics (at-risk learners), student analytics (progress, QCM, activity)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Implementation -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266"/>
                </a:solidFill>
                <a:latin typeface="Calibri"/>
              </a:defRPr>
            </a:pPr>
            <a:r>
              <a:t>9 pages, 20 components, contexts, hooks, and API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Pages (lazy-loaded)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HomePage - Landing with live stats, categories, 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LoginPage / RegisterPage - Auth with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DashboardPage - Central hub, role-based redirect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StudentDashboard - Enrolled courses, progress,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ProfessorDashboard - Course management, analytics, PDF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AdminDashboard - Stats, users, courses, universities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23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CourseLearningPage - Course reader, AI tutor, QCM, discussions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PaymentResultPage - Stripe success/cancel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03120"/>
            <a:ext cx="502920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Key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517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DashboardLayout - Navigation, theme, notifications,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0779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DiscussionSection - Posts, votes, reports, AI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6382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QCMModal - Difficulty selection, quiz, result, 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1985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FriendChat / FriendsMessenger - Real-time WebSocket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7588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RichTextEditor - TipTap (color, align, highlight)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93192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UpgradeProModal - Stripe checkout, feature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18795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GamificationToasts - XP, level, achievement animations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4398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Leaderboard / XPBar / StreakWidget / BadgeShowcase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5303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C69"/>
                </a:solidFill>
                <a:latin typeface="Calibri"/>
              </a:defRPr>
            </a:pPr>
            <a:r>
              <a:t>Contexts &amp; 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AuthContext (token, role)  |  GamificationContext (XP toast queue)</a:t>
            </a:r>
            <a:br/>
            <a:r>
              <a:t>useNotifications (REST + WebSocket)  |  useSettings (theme, compact, privacy)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54880"/>
            <a:ext cx="50292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C69"/>
                </a:solidFill>
                <a:latin typeface="Calibri"/>
              </a:defRPr>
            </a:pPr>
            <a:r>
              <a:t>API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_client.ts - dedupGet, cachedGet, invalidate</a:t>
            </a:r>
            <a:br/>
            <a:r>
              <a:t>Per-resource modules: auth, course, admin, qcm, friends, gamification, billing, payment, org, public, notifications, discussions, 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2852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Sign-up /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Create student or professor account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0576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Course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Browse catalog, filter by category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830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Course navigation, lessons, progress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602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AI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Ask a question, contextualized answer (RAG)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3748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Quiz &amp;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MCQ generation, submission, score + XP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12852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XP, levels, streaks, badges, leaderboards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90576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Discussion &amp; 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Posts, votes, AI summary per lesson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6830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Real-time chat between friends (WebSocket)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4602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434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Course Creation (Prof)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Rich editor, PDF upload, AI generation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523748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12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Payment &amp; Pro (if applicable)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Stripe Checkout, Pro subscription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Launch app at localhost:5173  |  API at localhost:8000/api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Testing, Quality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4864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Software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Password hashing (bcrypt)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JWT with 60-minute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Role-based authorization 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Anti-XSS protection (input validation)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Profanity filter moderation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Frontend code-splitting (React.lazy)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GZip compression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Immutable cache for uploads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GET request deduplication (dedupGet)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TTL cache for AI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Pinecone lazy-init with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2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Auto RAG re-index (self-heal)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71500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XP anti-cheat (daily cap, one-shot, cooldown)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9788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Auto migrations on startup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08076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Configuration logs at boot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03120"/>
            <a:ext cx="48463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C69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Frontend: Vite build to static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9260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Backend: FastAPI + Uvicorn/Gunicorn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Database: Neon.tech 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4747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API Keys: Gemini, Pinecone, Stripe (.env)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Environment: Windows (dev), Linux (prod)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206240"/>
            <a:ext cx="48463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43891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548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~10,000+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754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Lines of code (Python + TypeScript)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560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9560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1572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1572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API routers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3583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5838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5595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5595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React components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760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7607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Development sprints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9618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9618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AI services (Gemini + Pinecone)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4864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Achieved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Complete LMS platform delivered in 6 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Integrated generative AI (RAG tutor, QCM, summaries, PDF to course)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Full gamification system (XP, streaks, badges, leaderboards)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Real-time communication (WebSocket, discussions, notifications)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Stripe payments and Pro subscription functional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Modular and extensible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50292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4864" cy="2560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Challenges Encountered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517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Pinecone + Gemini integration (768 dimensions, 0.40 score threshold)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92608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Faithful PDF parsing without content loss (2,000 char chunks)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WebSocket notifications + chat with auto-reconnect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747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XP balancing (daily cap, anti-cheat, cooldowns)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490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PostgreSQL schema migration (enum to varchar, legacy columns)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10698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JWT refresh tokens and persistent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864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Stripe webhook for refunds and disputes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4864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Drag-and-drop course/section reorganization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Mobile push notifications (offline)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760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Externalized achievement/badge rules (config to DB)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760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- Docker deployment + automated 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  <a:latin typeface="Calibri"/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Hub4Learners - Intelligent &amp; Interactive Learning Platform</a:t>
            </a:r>
          </a:p>
        </p:txBody>
      </p:sp>
      <p:pic>
        <p:nvPicPr>
          <p:cNvPr id="7" name="Picture 6" descr="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029200"/>
            <a:ext cx="36576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[Member Names]  |  [Email]  |  [Institution]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1756</Words>
  <Application>Microsoft Office PowerPoint</Application>
  <PresentationFormat>Widescreen</PresentationFormat>
  <Paragraphs>346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yazid hammadi</cp:lastModifiedBy>
  <cp:revision>2</cp:revision>
  <dcterms:created xsi:type="dcterms:W3CDTF">2013-01-27T09:14:16Z</dcterms:created>
  <dcterms:modified xsi:type="dcterms:W3CDTF">2026-06-08T22:34:32Z</dcterms:modified>
  <cp:category/>
</cp:coreProperties>
</file>